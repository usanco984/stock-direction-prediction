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6" d="100"/>
          <a:sy n="106" d="100"/>
        </p:scale>
        <p:origin x="133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F8AF-18EA-DB42-99E2-9839739DE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D819D-83FB-221D-8576-A62FFDB38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B709A-63F1-662C-684F-B472BD16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53D7-2E58-0245-E558-9784BF5E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A1FD2-054F-3203-9B9A-BF8FFA57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06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83FD-2E2E-7DE6-AC80-1CD8ECD6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701B-2222-260D-FF1F-25A0619BB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EFA43-A753-EB37-AFCF-694A7A4B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9C9CC-B853-4186-093B-E09A59E7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F2B2B-47F3-4080-E33B-7F67D3C7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9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67E5-043A-719C-273F-B31B8E20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97899-C819-0EE5-6635-AC1E48D23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D4C3-F22F-808A-D9E0-B6E848A5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8815B-196B-DE30-C137-D47D782F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8CCC-22E3-AE24-D91C-1E3019D7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1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91B1-84FF-F1B4-7072-7BC70FCE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4795-E96E-5BC0-DC86-DFDA2544A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12DC9-204B-B7AD-3E47-FDA1B9AF8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52871-BFE2-AA33-25AD-D517CADF9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CD3B3-C8BC-13F4-A419-C2C72207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4BCD0-C4D6-0096-08D7-0E74723C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7184-3049-A08F-51C2-AC1409DB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FFB26-F058-F6D0-72F2-7A7111B3F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BD1C2-4C94-5301-13DE-6C910300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6B5D5-0540-B5A5-1923-A58260EDA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B54AB-EDF0-0633-2203-83712CEC9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8B6E0-27ED-6C9D-BDA2-B8F2B53C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1602D-645E-2EB1-B5AA-7F7D843A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BF4E8-FF4F-B8D4-67F8-28ECCFDB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D82D-7FA0-D3B2-5A91-FE1E12EB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F52A9-C5B9-1822-239F-3315AACE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EEBDC-FCF4-27C8-CA6F-463825C8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E0E84-BDA9-E613-505C-1B67BA0D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0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4F720-608B-D5F9-5DA8-EF979B7B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872BC-0C53-4B73-902F-95698B9F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58C0B-AF78-5032-6C7E-F2AC8D02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18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3510-CE13-ECCE-F9A2-43708602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A8D1-0005-ECF6-8863-3BB42BA37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322A6-7C77-2A78-C046-231A7B9D2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73664-9D82-2E11-77B4-3A2029EA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D5786-A81C-0033-BD5F-98CD13AC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7D864-6405-AE5E-BE0C-664906A5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1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4FE1-47BB-BE2A-80DE-C2F47155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BDB59-828D-E4AF-564E-E40609CD2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A8DFA-9296-B561-8219-BB9D5D7B7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9B5C9-D44A-CD77-9C96-456C3B4B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4236B-46DB-625A-4EB8-ECF45999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051E-DD4A-47AA-9960-A9D3E630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8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195A-F383-08FB-F795-550C3275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BC7D0-EFF8-8A02-23F1-0ED1CCAA7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63993-1470-CE33-006A-F7BAFDEC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56AA2-DEBB-6CCA-6AE4-BDD4E578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29302-6DE7-DAC0-423C-D8064DAD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8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CDC9F-C168-2BDA-5BEB-A344F3996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D9A81-D5ED-09A4-A9E1-04B3EA331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A2F50-DCC1-1FC2-12A2-C027550A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9AE18-3DA1-7D05-BCF6-EF06EC4D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1397E-DEB0-244D-22D7-7F1B323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2EFFE-037F-1C18-8AAF-9EEA632E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1880D-A843-5485-F30D-0D5470158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D789-DDC4-E7E0-AE7C-A7986F04F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DAF37-518A-1345-A87E-BB15CEE3B5DB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45EF8-F701-2E2D-D4AB-D55AB4C31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BF731-9469-1A1C-27FF-4F0101101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74116-BF45-3C40-AEC2-DA93280A2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5DACEA-7F61-160B-5D71-DBF4F14ED723}"/>
              </a:ext>
            </a:extLst>
          </p:cNvPr>
          <p:cNvSpPr txBox="1"/>
          <p:nvPr/>
        </p:nvSpPr>
        <p:spPr>
          <a:xfrm>
            <a:off x="2669626" y="797510"/>
            <a:ext cx="106259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Yahoo Finance</a:t>
            </a:r>
          </a:p>
          <a:p>
            <a:r>
              <a:rPr lang="en-US" sz="2800" dirty="0"/>
              <a:t>     ↓</a:t>
            </a:r>
          </a:p>
          <a:p>
            <a:r>
              <a:rPr lang="en-US" sz="2800" dirty="0" err="1"/>
              <a:t>data_collection.py</a:t>
            </a:r>
            <a:endParaRPr lang="en-US" sz="2800" dirty="0"/>
          </a:p>
          <a:p>
            <a:r>
              <a:rPr lang="en-US" sz="2800" dirty="0"/>
              <a:t>     ↓</a:t>
            </a:r>
          </a:p>
          <a:p>
            <a:r>
              <a:rPr lang="en-US" sz="2800" dirty="0" err="1"/>
              <a:t>features.py</a:t>
            </a:r>
            <a:endParaRPr lang="en-US" sz="2800" dirty="0"/>
          </a:p>
          <a:p>
            <a:r>
              <a:rPr lang="en-US" sz="2800" dirty="0"/>
              <a:t>     ↓</a:t>
            </a:r>
          </a:p>
          <a:p>
            <a:r>
              <a:rPr lang="en-US" sz="2800" dirty="0" err="1"/>
              <a:t>train.py</a:t>
            </a:r>
            <a:r>
              <a:rPr lang="en-US" sz="2800" dirty="0"/>
              <a:t> </a:t>
            </a:r>
            <a:r>
              <a:rPr lang="ja-JP" altLang="en-US" sz="2800"/>
              <a:t>　　　</a:t>
            </a:r>
            <a:r>
              <a:rPr lang="en-US" altLang="ja-JP" sz="2800" dirty="0"/>
              <a:t> </a:t>
            </a:r>
            <a:r>
              <a:rPr lang="ja-JP" altLang="en-US" sz="2800"/>
              <a:t>→   　 </a:t>
            </a:r>
            <a:r>
              <a:rPr lang="en-US" sz="2800" dirty="0" err="1"/>
              <a:t>model.pkl</a:t>
            </a:r>
            <a:endParaRPr lang="en-US" sz="2800" dirty="0"/>
          </a:p>
          <a:p>
            <a:r>
              <a:rPr lang="en-US" sz="2800" dirty="0"/>
              <a:t>     ↓</a:t>
            </a:r>
          </a:p>
          <a:p>
            <a:r>
              <a:rPr lang="en-US" sz="2800" dirty="0" err="1"/>
              <a:t>predict_next_day.py</a:t>
            </a:r>
            <a:endParaRPr lang="en-US" sz="2800" dirty="0"/>
          </a:p>
          <a:p>
            <a:r>
              <a:rPr lang="en-US" sz="2800" dirty="0"/>
              <a:t>     ↓</a:t>
            </a:r>
          </a:p>
          <a:p>
            <a:r>
              <a:rPr lang="en-US" sz="2800" dirty="0" err="1"/>
              <a:t>history.csv</a:t>
            </a:r>
            <a:r>
              <a:rPr lang="ja-JP" altLang="en-US" sz="2800"/>
              <a:t>　　</a:t>
            </a:r>
            <a:r>
              <a:rPr lang="en-US" sz="2800" dirty="0"/>
              <a:t> → </a:t>
            </a:r>
            <a:r>
              <a:rPr lang="ja-JP" altLang="en-US" sz="2800"/>
              <a:t>　　</a:t>
            </a:r>
            <a:r>
              <a:rPr lang="en-US" sz="2800" dirty="0" err="1"/>
              <a:t>score_predictions.py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5896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Kuwana, Yumiko</dc:creator>
  <cp:lastModifiedBy>Kuwana, Yumiko</cp:lastModifiedBy>
  <cp:revision>1</cp:revision>
  <dcterms:created xsi:type="dcterms:W3CDTF">2026-01-13T02:47:43Z</dcterms:created>
  <dcterms:modified xsi:type="dcterms:W3CDTF">2026-01-13T02:54:17Z</dcterms:modified>
</cp:coreProperties>
</file>